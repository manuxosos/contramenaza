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411980"/>
            <a:ext cx="457200" cy="4572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AMENAZA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828800" y="2057400"/>
            <a:ext cx="54864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Entrenamiento en Ciberseguridad Blue Team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Proyecto de Fin de Curso  |  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1F3A5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34272" y="1371600"/>
            <a:ext cx="109728" cy="2286000"/>
          </a:xfrm>
          <a:prstGeom prst="rect">
            <a:avLst/>
          </a:prstGeom>
          <a:solidFill>
            <a:srgbClr val="1F3A5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200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1031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Escasez de profesionales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3200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21031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286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plataformas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en español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3200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43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1031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286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teoría-práctica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Plataforma web interactiva de ciberseguridad defensiva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Cursos Especializados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1691640"/>
            <a:ext cx="34747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691640"/>
            <a:ext cx="9144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916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Incidentes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4747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54680"/>
            <a:ext cx="9144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546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Gamificado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3154680"/>
            <a:ext cx="34747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3154680"/>
            <a:ext cx="9144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1546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Blue Team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32918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10896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657600" cy="32918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05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1691640"/>
            <a:ext cx="310896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HTML5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CSS3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JavaScript SPA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REST  —  Arquitectura Cliente-Servidor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Cursos Especializados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7680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Blue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9144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módulos · 16 ejercicios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7680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00200"/>
            <a:ext cx="64008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y Networking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16002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módulos · 9 ejercicios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7680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86000"/>
            <a:ext cx="64008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y SysAdmin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22860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módulos · 9 ejercicios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7680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71800"/>
            <a:ext cx="64008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&amp; Threat 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2971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módulos · 15 ejercicios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7680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57600"/>
            <a:ext cx="64008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para Ciberseguridad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36576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módulos · 18 ejercicios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7680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343400"/>
            <a:ext cx="64008" cy="56692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434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&amp; Pentesting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52160" y="43434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módulos · 21 ejercicios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955280" y="50292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ejercicios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Incidentes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Escenarios reales de respuesta a incidentes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28346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BLUE TEAM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29184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Fuerza Bruta SSH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Phishing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Ransomware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C2 (Command &amp; Control)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SQL Injection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Lateral Movement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143000"/>
            <a:ext cx="3840480" cy="28346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143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MALWARE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2080" y="1691640"/>
            <a:ext cx="3291840" cy="0"/>
          </a:xfrm>
          <a:prstGeom prst="line">
            <a:avLst/>
          </a:prstGeom>
          <a:noFill/>
          <a:ln w="9525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PowerShell Dropper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176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Tráfico de 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523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Persistencia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8712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Proceso en Memoria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274320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Escenarios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114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5800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pts posibles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256032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43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Progresivo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Principiante → Avanzado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234440"/>
            <a:ext cx="256032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143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Interactivos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Retroalimentación inmediata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63240"/>
            <a:ext cx="256032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71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Pistas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520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Orientación sin spoilers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3063240"/>
            <a:ext cx="256032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971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en Tiempo Real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3520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Estadísticas detalladas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2024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1371600"/>
            <a:ext cx="192024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23160" y="1371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192024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71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20840" y="1371600"/>
            <a:ext cx="192024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371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2286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6642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2286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642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2286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6642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06040"/>
            <a:ext cx="64008" cy="2194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51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Hash seguro de contraseñas (SHA-256 + salt)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Consultas parametrizadas (anti SQL Injection)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Autenticación por sesión segura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Usuario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914400" cy="9144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Login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1554480"/>
            <a:ext cx="7772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914400" cy="9144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Estadísticas personales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69080" y="1554480"/>
            <a:ext cx="7772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914400" cy="9144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Lección → Ejercicios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7772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23760" y="1097280"/>
            <a:ext cx="914400" cy="9144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Evidencias → Resolución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paso incluye retroalimentación inmediata, sistema de pistas y seguimiento de progreso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Cursos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46120" y="2057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Lecciones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Ejercicios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06040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Escenarios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606040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346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9260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324612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Tareas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06040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346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9260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12648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Puntos Posibles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81328"/>
            <a:ext cx="320040" cy="3200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887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funcional y lista para producción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70048"/>
            <a:ext cx="320040" cy="3200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774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alineado a estándares Blue Team reales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858768"/>
            <a:ext cx="320040" cy="3200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661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plataforma práctica Blue Team en español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411980"/>
            <a:ext cx="457200" cy="4572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1F3A5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1371600"/>
            <a:ext cx="109728" cy="2286000"/>
          </a:xfrm>
          <a:prstGeom prst="rect">
            <a:avLst/>
          </a:prstGeom>
          <a:solidFill>
            <a:srgbClr val="1F3A5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154680"/>
            <a:ext cx="45720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Amenaza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Aprendiendo a Defender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 Amenaza — Plataforma Blue Team</dc:title>
  <dc:subject>PptxGenJS Presentation</dc:subject>
  <dc:creator>Contra Amenaza</dc:creator>
  <cp:lastModifiedBy>Contra Amenaza</cp:lastModifiedBy>
  <cp:revision>1</cp:revision>
  <dcterms:created xsi:type="dcterms:W3CDTF">2026-04-08T12:43:32Z</dcterms:created>
  <dcterms:modified xsi:type="dcterms:W3CDTF">2026-04-08T12:43:32Z</dcterms:modified>
</cp:coreProperties>
</file>